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458C-9B35-B52D-379A-DAF0D630D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3FF4D-0E34-A2CC-0367-F12927FC8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4BD49-B789-CE4B-A8A1-4CE92761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F86EE-6444-8817-D4DB-261736482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F4364-4928-8738-30CD-4A9EA757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00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F284-68DA-60EE-9721-D73B41A01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A3823-063C-6651-1A3E-E3E4EA883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68238-ADB5-4C12-7507-A382CC79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6889A-929D-0AB4-2ABA-B5EA96C9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3F766-0EB8-50BB-CC95-CAB02B9B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3A6-A440-E860-5C5E-1E82EA47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B4C77-4B68-AB42-91A2-2D57F7B77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E8688-FAE9-4479-6E42-C0FD9D06C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75EFF-A218-DD7D-4BD4-76FFFB6C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3ADC5-E5FE-50DB-0EAA-085799BC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61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3CC4-3076-5A82-C88B-8E6888D9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02FBC-1B61-A4CB-C5AA-AA42CFC6D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3B6E4-B19B-75B6-66C1-5D6073B55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15E49-E7B1-A610-0A2D-CD4121E18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87221-F151-AF97-BF33-FC8C7E01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243FF-7DE5-BD3D-7566-CC7454D2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82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C50B9-7424-E74F-D42B-B12053F7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3F314-46A4-D847-2020-1BAE1652A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49AEE-F028-2C29-7308-45E5AD27D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37EE6-408B-2B35-C52F-86057B805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289EA-BF49-5445-1823-AB9770494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87A3DB-AEA4-F7F1-C525-2C8CA811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BD1A3-A8F8-0F89-D829-DB82AD98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F25DDD-E201-36A6-6A58-07D49833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9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306C-4CFD-4BCA-8D75-76A938CA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9C220-5904-78E8-98E0-F271157D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4F958-CC7A-E9C2-5E2B-9F007F91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C5A6A-9ADB-DD5F-A48B-A3BD0792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4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3FF609-B5E3-34A1-5316-531D61E4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9D92C-A5FB-722B-E73F-22C201DC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4BD35-486D-4467-622C-B212F1D5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6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8760B-29DE-3EB6-A154-AB682966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7695C-CBB0-ECDC-F8FA-E4478A5D9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EAAF6-A1EF-C91D-84DE-B52C50B76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AA10D-1F74-D63C-2AE6-804280D9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0FF0D-91CA-9D50-73AA-9C5F0272C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90710-8FD2-A6DC-4751-33333AF5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9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BDC2-EBEC-98CB-620F-13A4B664A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FB5900-C805-2EAB-F8D3-49D284F31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03F48-0818-2914-B972-9B5D4974A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C41B8-68A5-94AA-B32F-BFE70065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B6541-CDF4-C917-C901-CB80EA34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E516D-C80E-87E0-C74C-97B32101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42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CE22-F871-85A4-685E-BCFE08F9A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9B764-ED7E-989B-79C1-5A0F2FB7F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45BA8-B24C-E10D-5D99-4CF4385F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D16D4-5BE2-9D8C-D38D-A32C7EDCB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947CB-13E7-5B02-4A74-D2E52162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EEA62C-E9C2-A18B-6910-F072305B5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406F7-3E25-74C0-0003-5E61382CD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31B36-BF2B-E269-4255-35AC53E3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BB9F-A8B5-A4BD-A615-A5D4FA66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1CA7A-D91A-5F55-681B-4519F163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58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538D32-1CD5-9CB3-10EC-9F0D48F2A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EFE7F-0D98-6697-506F-06CC43D97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F9300-FAEB-0CE3-D604-78D37918E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A74DD-1FE4-477A-B8CD-0393489532B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F1729-317D-6F62-B764-61FDD0CFF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1E9F2-7FD2-3A80-BCD0-8C08BF7C8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E6806-3EFA-4DA3-AB23-AF00FE530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60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264-9816-2011-30FC-AA6658134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7561"/>
            <a:ext cx="9144000" cy="941439"/>
          </a:xfrm>
        </p:spPr>
        <p:txBody>
          <a:bodyPr>
            <a:noAutofit/>
          </a:bodyPr>
          <a:lstStyle/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Craloye</a:t>
            </a:r>
          </a:p>
        </p:txBody>
      </p:sp>
    </p:spTree>
    <p:extLst>
      <p:ext uri="{BB962C8B-B14F-4D97-AF65-F5344CB8AC3E}">
        <p14:creationId xmlns:p14="http://schemas.microsoft.com/office/powerpoint/2010/main" val="21314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Craloye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Craloye Time</dc:creator>
  <cp:lastModifiedBy>Craloye Time</cp:lastModifiedBy>
  <cp:revision>3</cp:revision>
  <dcterms:created xsi:type="dcterms:W3CDTF">2026-07-12T08:43:02Z</dcterms:created>
  <dcterms:modified xsi:type="dcterms:W3CDTF">2026-07-12T08:44:05Z</dcterms:modified>
</cp:coreProperties>
</file>